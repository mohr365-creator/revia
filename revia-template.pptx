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via-background-vi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89556"/>
                </a:solidFill>
                <a:latin typeface="Inter"/>
              </a:rPr>
              <a:t>REVIA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4E1"/>
                </a:solidFill>
                <a:latin typeface="Inter"/>
              </a:rPr>
              <a:t>Restoring the Routes That Connect 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via-background-vi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9556"/>
                </a:solidFill>
                <a:latin typeface="Inter"/>
              </a:rP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4E1"/>
                </a:solidFill>
                <a:latin typeface="Inter"/>
              </a:rPr>
              <a:t>Add your content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